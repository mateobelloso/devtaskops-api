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devtaskops-api: arquitectura y tecnologías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API REST con Node.js + TypeScript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Prisma + PostgreSQL, Docker, Terraform, CI/CD, monitoreo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Objetivo: despliegue seguro y observable de un microservicio simple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GitHub Actions - CI/CD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Pipeline definido en .github/workflows/ci.yml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Se ejecuta en push y pull request a main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Pasos: checkout, Node.js, install, prisma generate, migrate, lint, tests, build, docker build, snyk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SBOM y escaneo de seguridad antes de merge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Terraform - Infrastructure as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main.tf crea red Docker y contenedores de servicios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Soporta entornos dev/staging/test/prod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Administra API, Postgres, Prometheus y Grafana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Ambientes reproducibles con terraform apply/destroy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Docker - Contenedores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Dockerfile y Dockerfile.prod para builds locales y prod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docker-compose.yml orquesta api, postgres, prometheus, grafana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Puertos mapeados: 3000 API, 5432 Postgres, 9090 Prometheus, 3001 Grafana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API depende de Postgres y expone métricas para Prometheus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Seguridad: ESLint + Snyk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ESLint valida calidad y estilo con npm run lint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Snyk se ejecuta en CI con snyk/actions/node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Escaneo de dependencias y vulnerabilidades antes de merge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SBOM generado con cyclonedx-npm para trazabilidad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Monitoreo: Prometheus + Grafana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Prometheus usa monitoring/prometheus.yml para scrapear api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Target: api:3000 cada 5s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Grafana complementa con dashboards visuales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Métricas expuestas desde config/metrics.ts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Flujo general de despliegue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Desarrollo: docker-compose up o terraform apply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CI: GitHub Actions valida build, tests, lint y seguridad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IaC y contenedores para ambientes consistentes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Monitoreo continuo con Prometheus y Grafana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Puntos clave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CI/CD integrado con calidad y seguridad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Terraform para infraestructura reproducible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Docker para aislar servicios y dependencias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- Prometheus/Grafana para observabilidad continua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2026-05-30T17:55:56Z</dcterms:created>
  <dcterms:modified xsi:type="dcterms:W3CDTF">2026-05-30T17:55:56Z</dcterms:modified>
</cp:coreProperties>
</file>